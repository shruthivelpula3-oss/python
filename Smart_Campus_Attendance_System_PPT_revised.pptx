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SMART CAMPUS ATTENDANCE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2400" b="1"/>
            </a:pPr>
            <a:r>
              <a:t>A Python and Database based attendance application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Uses biometric identification for attendance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Automatically stores and manages student attendance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Smart Campus Attendance System is designed to simplify attendance management.</a:t>
            </a:r>
          </a:p>
          <a:p>
            <a:pPr>
              <a:spcAft>
                <a:spcPts val="1400"/>
              </a:spcAft>
              <a:defRPr sz="2200"/>
            </a:pPr>
            <a:r>
              <a:t>Students can be identified using biometric authentication.</a:t>
            </a:r>
          </a:p>
          <a:p>
            <a:pPr>
              <a:spcAft>
                <a:spcPts val="1400"/>
              </a:spcAft>
              <a:defRPr sz="2200"/>
            </a:pPr>
            <a:r>
              <a:t>Attendance details are stored digitally instead of using manual registers.</a:t>
            </a:r>
          </a:p>
          <a:p>
            <a:pPr>
              <a:spcAft>
                <a:spcPts val="1400"/>
              </a:spcAft>
              <a:defRPr sz="2200"/>
            </a:pPr>
            <a:r>
              <a:t>The system helps reduce duplicate attendance and saves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2.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Automate the attendance process.</a:t>
            </a:r>
          </a:p>
          <a:p>
            <a:pPr>
              <a:spcAft>
                <a:spcPts val="1400"/>
              </a:spcAft>
              <a:defRPr sz="2200"/>
            </a:pPr>
            <a:r>
              <a:t>Use biometric identification for student attendance.</a:t>
            </a:r>
          </a:p>
          <a:p>
            <a:pPr>
              <a:spcAft>
                <a:spcPts val="1400"/>
              </a:spcAft>
              <a:defRPr sz="2200"/>
            </a:pPr>
            <a:r>
              <a:t>Maintain accurate attendance records.</a:t>
            </a:r>
          </a:p>
          <a:p>
            <a:pPr>
              <a:spcAft>
                <a:spcPts val="1400"/>
              </a:spcAft>
              <a:defRPr sz="2200"/>
            </a:pPr>
            <a:r>
              <a:t>Prevent duplicate attendance for the same day.</a:t>
            </a:r>
          </a:p>
          <a:p>
            <a:pPr>
              <a:spcAft>
                <a:spcPts val="1400"/>
              </a:spcAft>
              <a:defRPr sz="2200"/>
            </a:pPr>
            <a:r>
              <a:t>Calculate attendance percentage.</a:t>
            </a:r>
          </a:p>
          <a:p>
            <a:pPr>
              <a:spcAft>
                <a:spcPts val="1400"/>
              </a:spcAft>
              <a:defRPr sz="2200"/>
            </a:pPr>
            <a:r>
              <a:t>Notify students when attendance is below 50%.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3.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Programming Language: Python</a:t>
            </a:r>
          </a:p>
          <a:p>
            <a:pPr>
              <a:spcAft>
                <a:spcPts val="1400"/>
              </a:spcAft>
              <a:defRPr sz="2200"/>
            </a:pPr>
            <a:r>
              <a:t>Database: MySQL</a:t>
            </a:r>
          </a:p>
          <a:p>
            <a:pPr>
              <a:spcAft>
                <a:spcPts val="1400"/>
              </a:spcAft>
              <a:defRPr sz="2200"/>
            </a:pPr>
            <a:r>
              <a:t>Concepts: Classes, Objects, Instance Methods and Variables</a:t>
            </a:r>
          </a:p>
          <a:p>
            <a:pPr>
              <a:spcAft>
                <a:spcPts val="1400"/>
              </a:spcAft>
              <a:defRPr sz="2200"/>
            </a:pPr>
            <a:r>
              <a:t>Biometric authentication for attendance identification</a:t>
            </a:r>
          </a:p>
          <a:p>
            <a:pPr>
              <a:spcAft>
                <a:spcPts val="1400"/>
              </a:spcAft>
              <a:defRPr sz="2200"/>
            </a:pPr>
            <a:r>
              <a:t>Application logic manages students, courses and attendance.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4. MAIN MODULES /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Student Class – stores student details and handles attendance percentage.</a:t>
            </a:r>
          </a:p>
          <a:p>
            <a:pPr>
              <a:spcAft>
                <a:spcPts val="1400"/>
              </a:spcAft>
              <a:defRPr sz="2200"/>
            </a:pPr>
            <a:r>
              <a:t>Course Class – stores course information and associated students.</a:t>
            </a:r>
          </a:p>
          <a:p>
            <a:pPr>
              <a:spcAft>
                <a:spcPts val="1400"/>
              </a:spcAft>
              <a:defRPr sz="2200"/>
            </a:pPr>
            <a:r>
              <a:t>Attendance Class – records student, course, date, time and attendance status.</a:t>
            </a:r>
          </a:p>
          <a:p>
            <a:pPr>
              <a:spcAft>
                <a:spcPts val="1400"/>
              </a:spcAft>
              <a:defRPr sz="2200"/>
            </a:pPr>
            <a:r>
              <a:t>Campus Class – manages students, courses and campus-level operations.</a:t>
            </a:r>
          </a:p>
          <a:p>
            <a:pPr>
              <a:spcAft>
                <a:spcPts val="1400"/>
              </a:spcAft>
              <a:defRPr sz="2200"/>
            </a:pPr>
            <a:r>
              <a:t>No separate Faculty class is required in this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5. 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1. Student is registered in the system.</a:t>
            </a:r>
          </a:p>
          <a:p>
            <a:pPr>
              <a:spcAft>
                <a:spcPts val="1400"/>
              </a:spcAft>
              <a:defRPr sz="2200"/>
            </a:pPr>
            <a:r>
              <a:t>2. Student is associated with a course.</a:t>
            </a:r>
          </a:p>
          <a:p>
            <a:pPr>
              <a:spcAft>
                <a:spcPts val="1400"/>
              </a:spcAft>
              <a:defRPr sz="2200"/>
            </a:pPr>
            <a:r>
              <a:t>3. Student provides biometric identification.</a:t>
            </a:r>
          </a:p>
          <a:p>
            <a:pPr>
              <a:spcAft>
                <a:spcPts val="1400"/>
              </a:spcAft>
              <a:defRPr sz="2200"/>
            </a:pPr>
            <a:r>
              <a:t>4. System identifies the student.</a:t>
            </a:r>
          </a:p>
          <a:p>
            <a:pPr>
              <a:spcAft>
                <a:spcPts val="1400"/>
              </a:spcAft>
              <a:defRPr sz="2200"/>
            </a:pPr>
            <a:r>
              <a:t>5. Attendance is recorded with date and time.</a:t>
            </a:r>
          </a:p>
          <a:p>
            <a:pPr>
              <a:spcAft>
                <a:spcPts val="1400"/>
              </a:spcAft>
              <a:defRPr sz="2200"/>
            </a:pPr>
            <a:r>
              <a:t>6. The system checks for duplicate attendance.</a:t>
            </a:r>
          </a:p>
          <a:p>
            <a:pPr>
              <a:spcAft>
                <a:spcPts val="1400"/>
              </a:spcAft>
              <a:defRPr sz="2200"/>
            </a:pPr>
            <a:r>
              <a:t>7. Attendance percentage is calculated from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Reduces manual work.</a:t>
            </a:r>
          </a:p>
          <a:p>
            <a:pPr>
              <a:spcAft>
                <a:spcPts val="1400"/>
              </a:spcAft>
              <a:defRPr sz="2200"/>
            </a:pPr>
            <a:r>
              <a:t>Saves time during attendance.</a:t>
            </a:r>
          </a:p>
          <a:p>
            <a:pPr>
              <a:spcAft>
                <a:spcPts val="1400"/>
              </a:spcAft>
              <a:defRPr sz="2200"/>
            </a:pPr>
            <a:r>
              <a:t>Improves record accuracy.</a:t>
            </a:r>
          </a:p>
          <a:p>
            <a:pPr>
              <a:spcAft>
                <a:spcPts val="1400"/>
              </a:spcAft>
              <a:defRPr sz="2200"/>
            </a:pPr>
            <a:r>
              <a:t>Makes attendance information easier to maintain.</a:t>
            </a:r>
          </a:p>
          <a:p>
            <a:pPr>
              <a:spcAft>
                <a:spcPts val="1400"/>
              </a:spcAft>
              <a:defRPr sz="2200"/>
            </a:pPr>
            <a:r>
              <a:t>Helps identify students with low attendance.</a:t>
            </a:r>
          </a:p>
          <a:p>
            <a:pPr>
              <a:spcAft>
                <a:spcPts val="1400"/>
              </a:spcAft>
              <a:defRPr sz="2200"/>
            </a:pPr>
            <a:r>
              <a:t>Digital records can be stored and retrieved easily.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Web-based dashboard for students and administrators.</a:t>
            </a:r>
          </a:p>
          <a:p>
            <a:pPr>
              <a:spcAft>
                <a:spcPts val="1400"/>
              </a:spcAft>
              <a:defRPr sz="2200"/>
            </a:pPr>
            <a:r>
              <a:t>Mobile application support.</a:t>
            </a:r>
          </a:p>
          <a:p>
            <a:pPr>
              <a:spcAft>
                <a:spcPts val="1400"/>
              </a:spcAft>
              <a:defRPr sz="2200"/>
            </a:pPr>
            <a:r>
              <a:t>Cloud database integration.</a:t>
            </a:r>
          </a:p>
          <a:p>
            <a:pPr>
              <a:spcAft>
                <a:spcPts val="1400"/>
              </a:spcAft>
              <a:defRPr sz="2200"/>
            </a:pPr>
            <a:r>
              <a:t>Automatic attendance reports.</a:t>
            </a:r>
          </a:p>
          <a:p>
            <a:pPr>
              <a:spcAft>
                <a:spcPts val="1400"/>
              </a:spcAft>
              <a:defRPr sz="2200"/>
            </a:pPr>
            <a:r>
              <a:t>Email or SMS notifications for low attendance.</a:t>
            </a:r>
          </a:p>
          <a:p>
            <a:pPr>
              <a:spcAft>
                <a:spcPts val="1400"/>
              </a:spcAft>
              <a:defRPr sz="2200"/>
            </a:pPr>
            <a:r>
              <a:t>Advanced biometric devices and real-time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4575" y="1511276"/>
            <a:ext cx="807021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dirty="0"/>
              <a:t>Smart Campus Attendance System provides an automated way to manage student attendance.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Biometric identification makes attendance more convenient and reduces manual entry.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Python handles the application logic and MySQL stores the data.</a:t>
            </a:r>
          </a:p>
          <a:p>
            <a:pPr>
              <a:spcAft>
                <a:spcPts val="1400"/>
              </a:spcAft>
              <a:defRPr sz="2200"/>
            </a:pPr>
            <a:r>
              <a:rPr dirty="0"/>
              <a:t>The project can be extended into a complete smart-campus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87552"/>
            <a:ext cx="10332720" cy="54864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Smart Campus Attendance System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460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velpula shruthi</cp:lastModifiedBy>
  <cp:revision>2</cp:revision>
  <dcterms:created xsi:type="dcterms:W3CDTF">2013-01-27T09:14:16Z</dcterms:created>
  <dcterms:modified xsi:type="dcterms:W3CDTF">2026-09-30T06:14:41Z</dcterms:modified>
  <cp:category/>
</cp:coreProperties>
</file>